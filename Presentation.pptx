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e2f00af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e2f00af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3de2c58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3de2c58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3e2f00a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3e2f00a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3e2f00a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3e2f00a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3de2c58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3de2c58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3e2f00af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3e2f00a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3de2c58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3de2c58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3e2f00af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3e2f00af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3e2f00af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3e2f00af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e2f00af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3e2f00af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3e2f00af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3e2f00a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3e2f00af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3e2f00af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3e8ebffa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3e8ebff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Airbnb Insights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Ali, Oliver, John, Ana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Datasets used: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ls.with.rws.csv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host_attribute.csv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Guest_attribute.csv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Rows (2500-2999)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Price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5-03-26 at 22.06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212" y="1226500"/>
            <a:ext cx="6521574" cy="356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Racial Composition of Hosts</a:t>
            </a:r>
            <a:endParaRPr/>
          </a:p>
        </p:txBody>
      </p:sp>
      <p:pic>
        <p:nvPicPr>
          <p:cNvPr id="80" name="Google Shape;80;p17" title="Screenshot 2025-03-26 at 22.07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553" y="1348275"/>
            <a:ext cx="5798900" cy="33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 and Correlation (Host)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50" y="1152472"/>
            <a:ext cx="5339525" cy="37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Screenshot 2025-03-26 at 22.09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3275" y="1354325"/>
            <a:ext cx="2609024" cy="9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Racial Composition of Guests</a:t>
            </a:r>
            <a:endParaRPr/>
          </a:p>
        </p:txBody>
      </p:sp>
      <p:pic>
        <p:nvPicPr>
          <p:cNvPr id="93" name="Google Shape;93;p19" title="Screenshot 2025-03-26 at 22.11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162" y="1186200"/>
            <a:ext cx="6097676" cy="35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Scatter Plot and Correlation (Guests)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1260897"/>
            <a:ext cx="4992900" cy="348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 title="Screenshot 2025-03-26 at 22.11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6625" y="1423675"/>
            <a:ext cx="3075676" cy="11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Reviews Per Month (Correlation Matrix)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Correlation matrix on reviews per month by neighborhood and race</a:t>
            </a:r>
            <a:endParaRPr/>
          </a:p>
        </p:txBody>
      </p:sp>
      <p:pic>
        <p:nvPicPr>
          <p:cNvPr id="107" name="Google Shape;107;p21" title="Screenshot 2025-03-26 at 22.14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75" y="1329925"/>
            <a:ext cx="8416850" cy="17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</a:t>
            </a:r>
            <a:endParaRPr/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Plot between Actual and Predicted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3" title="Screenshot 2025-03-26 at 22.30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388" y="1080400"/>
            <a:ext cx="4751225" cy="379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Comparison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 title="Screenshot 2025-03-26 at 22.30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3991676" cy="348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 title="Screenshot 2025-03-26 at 22.30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202" y="1152475"/>
            <a:ext cx="4088099" cy="34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Distribution Comparison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Screenshot 2025-03-26 at 22.31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524" y="1375575"/>
            <a:ext cx="3833775" cy="326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 title="Screenshot 2025-03-26 at 22.31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475" y="1341250"/>
            <a:ext cx="401199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6" title="Screenshot 2025-03-26 at 22.31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175" y="545750"/>
            <a:ext cx="6055651" cy="45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